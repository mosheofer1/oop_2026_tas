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583" r:id="rId3"/>
    <p:sldId id="584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B41"/>
    <a:srgbClr val="EEA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00"/>
    <p:restoredTop sz="95921"/>
  </p:normalViewPr>
  <p:slideViewPr>
    <p:cSldViewPr snapToGrid="0" snapToObjects="1">
      <p:cViewPr varScale="1">
        <p:scale>
          <a:sx n="112" d="100"/>
          <a:sy n="112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095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25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4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81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958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4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75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167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2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0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692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8229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063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21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791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002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88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019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CC72-8287-EE4D-8114-149296622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7554" y="1640840"/>
            <a:ext cx="9336891" cy="3576320"/>
          </a:xfrm>
        </p:spPr>
        <p:txBody>
          <a:bodyPr>
            <a:normAutofit/>
          </a:bodyPr>
          <a:lstStyle/>
          <a:p>
            <a:r>
              <a:rPr lang="en-US" sz="6600" dirty="0"/>
              <a:t>Python Virtual Environment &amp; pip</a:t>
            </a:r>
            <a:endParaRPr lang="en-US" sz="6600" cap="none" dirty="0"/>
          </a:p>
        </p:txBody>
      </p:sp>
    </p:spTree>
    <p:extLst>
      <p:ext uri="{BB962C8B-B14F-4D97-AF65-F5344CB8AC3E}">
        <p14:creationId xmlns:p14="http://schemas.microsoft.com/office/powerpoint/2010/main" val="857098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B7632F6-A4DB-799D-8D36-DC7EB496E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זה </a:t>
            </a:r>
            <a:r>
              <a:rPr lang="en-US" dirty="0"/>
              <a:t>Virtual Environment</a:t>
            </a:r>
            <a:r>
              <a:rPr lang="he-IL" dirty="0"/>
              <a:t> ומה זה </a:t>
            </a:r>
            <a:r>
              <a:rPr lang="en-US" dirty="0"/>
              <a:t>pip</a:t>
            </a:r>
            <a:r>
              <a:rPr lang="he-IL" dirty="0"/>
              <a:t>?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DB3F315-4E74-2541-1717-215A35D6D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Virtual Environment (</a:t>
            </a:r>
            <a:r>
              <a:rPr lang="en-US" b="1" dirty="0" err="1"/>
              <a:t>venv</a:t>
            </a:r>
            <a:r>
              <a:rPr lang="en-US" b="1" dirty="0"/>
              <a:t>)</a:t>
            </a:r>
            <a:endParaRPr lang="en-US" dirty="0"/>
          </a:p>
          <a:p>
            <a:r>
              <a:rPr lang="he-IL" dirty="0"/>
              <a:t>סביבה מבודדת של </a:t>
            </a:r>
            <a:r>
              <a:rPr lang="he-IL" dirty="0" err="1"/>
              <a:t>פייתון</a:t>
            </a:r>
            <a:r>
              <a:rPr lang="he-IL" dirty="0"/>
              <a:t> בתוך תיקיית הפרויקט</a:t>
            </a:r>
          </a:p>
          <a:p>
            <a:r>
              <a:rPr lang="he-IL" dirty="0"/>
              <a:t>מאפשרת להתקין ספריות בלי לפגוע בפרויקטים אחרים</a:t>
            </a:r>
          </a:p>
          <a:p>
            <a:r>
              <a:rPr lang="he-IL" dirty="0"/>
              <a:t>לכל פרויקט יש את הספריות שלו</a:t>
            </a:r>
          </a:p>
          <a:p>
            <a:pPr marL="0" indent="0">
              <a:buNone/>
            </a:pPr>
            <a:r>
              <a:rPr lang="en-US" b="1" dirty="0"/>
              <a:t>pip</a:t>
            </a:r>
            <a:endParaRPr lang="en-US" dirty="0"/>
          </a:p>
          <a:p>
            <a:r>
              <a:rPr lang="he-IL" dirty="0"/>
              <a:t>מנהל החבילות של </a:t>
            </a:r>
            <a:r>
              <a:rPr lang="he-IL" dirty="0" err="1"/>
              <a:t>פייתון</a:t>
            </a:r>
            <a:endParaRPr lang="he-IL" dirty="0"/>
          </a:p>
          <a:p>
            <a:r>
              <a:rPr lang="he-IL" dirty="0"/>
              <a:t>מתקין ספריות מ-</a:t>
            </a:r>
            <a:r>
              <a:rPr lang="en-US" dirty="0" err="1"/>
              <a:t>PyPI</a:t>
            </a:r>
            <a:endParaRPr lang="en-US" dirty="0"/>
          </a:p>
          <a:p>
            <a:r>
              <a:rPr lang="he-IL" dirty="0"/>
              <a:t>דוגמאות:</a:t>
            </a:r>
            <a:br>
              <a:rPr lang="he-IL" dirty="0"/>
            </a:br>
            <a:r>
              <a:rPr lang="en-US" dirty="0"/>
              <a:t>pip install </a:t>
            </a:r>
            <a:r>
              <a:rPr lang="en-US" dirty="0" err="1"/>
              <a:t>numpy</a:t>
            </a:r>
            <a:br>
              <a:rPr lang="en-US" dirty="0"/>
            </a:br>
            <a:r>
              <a:rPr lang="en-US" dirty="0"/>
              <a:t>pip list</a:t>
            </a:r>
          </a:p>
        </p:txBody>
      </p:sp>
    </p:spTree>
    <p:extLst>
      <p:ext uri="{BB962C8B-B14F-4D97-AF65-F5344CB8AC3E}">
        <p14:creationId xmlns:p14="http://schemas.microsoft.com/office/powerpoint/2010/main" val="301698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42C45E0-F51B-ACE4-09A2-711AF2C4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עובדים עם </a:t>
            </a:r>
            <a:r>
              <a:rPr lang="en-US" dirty="0" err="1"/>
              <a:t>venv</a:t>
            </a:r>
            <a:r>
              <a:rPr lang="he-IL" dirty="0"/>
              <a:t> ו-</a:t>
            </a:r>
            <a:r>
              <a:rPr lang="en-US" dirty="0"/>
              <a:t>pip</a:t>
            </a:r>
            <a:r>
              <a:rPr lang="he-IL" dirty="0"/>
              <a:t> ב-</a:t>
            </a:r>
            <a:r>
              <a:rPr lang="en-US" dirty="0"/>
              <a:t>Windows</a:t>
            </a:r>
            <a:r>
              <a:rPr lang="he-IL" dirty="0"/>
              <a:t>?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BB8518E-C9E9-39D4-5C26-5B77BB5E7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he-IL" b="1" dirty="0"/>
              <a:t>1. יצירת סביבה וירטואלית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pPr marL="0" indent="0">
              <a:buNone/>
            </a:pPr>
            <a:r>
              <a:rPr lang="he-IL" b="1" dirty="0"/>
              <a:t>2. הפעלה (</a:t>
            </a:r>
            <a:r>
              <a:rPr lang="en-US" b="1" dirty="0"/>
              <a:t>Activate</a:t>
            </a:r>
            <a:r>
              <a:rPr lang="he-IL" b="1" dirty="0"/>
              <a:t>)</a:t>
            </a:r>
          </a:p>
          <a:p>
            <a:pPr marL="0" indent="0" algn="l">
              <a:buNone/>
            </a:pPr>
            <a:r>
              <a:rPr lang="en-US" dirty="0" err="1"/>
              <a:t>venv</a:t>
            </a:r>
            <a:r>
              <a:rPr lang="en-US" dirty="0"/>
              <a:t>\Scripts\Activate.ps1</a:t>
            </a:r>
          </a:p>
          <a:p>
            <a:pPr marL="0" indent="0">
              <a:buNone/>
            </a:pPr>
            <a:r>
              <a:rPr lang="en-US" b="1" dirty="0"/>
              <a:t>3</a:t>
            </a:r>
            <a:r>
              <a:rPr lang="he-IL" b="1" dirty="0"/>
              <a:t>. התקנת חבילות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pip install requests</a:t>
            </a:r>
          </a:p>
          <a:p>
            <a:pPr marL="0" indent="0">
              <a:buNone/>
            </a:pPr>
            <a:r>
              <a:rPr lang="he-IL" b="1" dirty="0"/>
              <a:t>4. יציאה מהסביבה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deactivate</a:t>
            </a:r>
          </a:p>
          <a:p>
            <a:pPr marL="0" indent="0">
              <a:buNone/>
            </a:pPr>
            <a:r>
              <a:rPr lang="he-IL" b="1" dirty="0"/>
              <a:t>5. שמירת רשימת ספריות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pip freeze &gt; 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18671701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TM04033921[[fn=אריג דמשק]]</Template>
  <TotalTime>8554</TotalTime>
  <Words>111</Words>
  <Application>Microsoft Office PowerPoint</Application>
  <PresentationFormat>מסך רחב</PresentationFormat>
  <Paragraphs>21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7" baseType="lpstr">
      <vt:lpstr>Arial</vt:lpstr>
      <vt:lpstr>Bookman Old Style</vt:lpstr>
      <vt:lpstr>Rockwell</vt:lpstr>
      <vt:lpstr>Damask</vt:lpstr>
      <vt:lpstr>Python Virtual Environment &amp; pip</vt:lpstr>
      <vt:lpstr>מה זה Virtual Environment ומה זה pip?</vt:lpstr>
      <vt:lpstr>איך עובדים עם venv ו-pip ב-Windows?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תכנות מונחה עצמים תרגול 1</dc:title>
  <dc:creator>Itai Lashover</dc:creator>
  <cp:lastModifiedBy>חרות סטרמן/Herut Sterman</cp:lastModifiedBy>
  <cp:revision>51</cp:revision>
  <cp:lastPrinted>2021-10-10T10:21:51Z</cp:lastPrinted>
  <dcterms:created xsi:type="dcterms:W3CDTF">2021-10-09T19:59:47Z</dcterms:created>
  <dcterms:modified xsi:type="dcterms:W3CDTF">2025-12-02T10:29:47Z</dcterms:modified>
</cp:coreProperties>
</file>