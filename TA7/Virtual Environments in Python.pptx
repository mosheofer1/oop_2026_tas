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sldIdLst>
    <p:sldId id="585" r:id="rId2"/>
    <p:sldId id="586" r:id="rId3"/>
    <p:sldId id="587" r:id="rId4"/>
    <p:sldId id="588" r:id="rId5"/>
    <p:sldId id="589" r:id="rId6"/>
    <p:sldId id="590" r:id="rId7"/>
    <p:sldId id="591" r:id="rId8"/>
    <p:sldId id="59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2B41"/>
    <a:srgbClr val="EEA6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00"/>
    <p:restoredTop sz="95921"/>
  </p:normalViewPr>
  <p:slideViewPr>
    <p:cSldViewPr snapToGrid="0" snapToObjects="1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09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258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42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811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3958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4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175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167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22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7108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8692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682297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063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321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7912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002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885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60195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A7FF28-75F4-9153-497E-1A2037A1F8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ניהול פרויקטים חכם: היכרות עם סביבות וירטואליות </a:t>
            </a:r>
            <a:r>
              <a:rPr lang="en-US" dirty="0"/>
              <a:t>(Virtual Environments)</a:t>
            </a:r>
            <a:r>
              <a:rPr lang="he-IL" dirty="0"/>
              <a:t> ב-</a:t>
            </a:r>
            <a:r>
              <a:rPr lang="en-US" dirty="0"/>
              <a:t>Python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17E9C3E3-3D1F-CB1B-E0B8-85B2508CE8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למה, איך, ומתי להשתמש בכלי החשוב ביותר לפיתוח </a:t>
            </a:r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073879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8BF887B-CF2D-08B7-D831-78F97B4B1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מהי סביבה וירטואלית?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559EDB-C4FF-B0FC-1C75-A02DDB1ABB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הגדרה: סביבה וירטואלית (</a:t>
            </a:r>
            <a:r>
              <a:rPr lang="en-US" dirty="0"/>
              <a:t>Virtual Environment</a:t>
            </a:r>
            <a:r>
              <a:rPr lang="he-IL" dirty="0"/>
              <a:t>, או </a:t>
            </a:r>
            <a:r>
              <a:rPr lang="en-US" dirty="0" err="1"/>
              <a:t>venv</a:t>
            </a:r>
            <a:r>
              <a:rPr lang="he-IL" dirty="0"/>
              <a:t>)</a:t>
            </a:r>
            <a:r>
              <a:rPr lang="en-US" dirty="0"/>
              <a:t> </a:t>
            </a:r>
            <a:r>
              <a:rPr lang="he-IL" dirty="0"/>
              <a:t>היא התקנת </a:t>
            </a:r>
            <a:r>
              <a:rPr lang="en-US" dirty="0"/>
              <a:t>Python</a:t>
            </a:r>
            <a:r>
              <a:rPr lang="he-IL" dirty="0"/>
              <a:t> מבודדת ספציפית לפרויקט.</a:t>
            </a:r>
          </a:p>
          <a:p>
            <a:r>
              <a:rPr lang="he-IL" dirty="0"/>
              <a:t>היא יוצרת עותק פרטי של מנהל החבילות </a:t>
            </a:r>
            <a:r>
              <a:rPr lang="en-US" dirty="0"/>
              <a:t>pip</a:t>
            </a:r>
            <a:r>
              <a:rPr lang="he-IL" dirty="0"/>
              <a:t> ואת מפרש (</a:t>
            </a:r>
            <a:r>
              <a:rPr lang="en-US" dirty="0"/>
              <a:t>Interpreter</a:t>
            </a:r>
            <a:r>
              <a:rPr lang="he-IL" dirty="0"/>
              <a:t>) ה-</a:t>
            </a:r>
            <a:r>
              <a:rPr lang="en-US" dirty="0"/>
              <a:t>Python</a:t>
            </a:r>
            <a:r>
              <a:rPr lang="he-IL" dirty="0"/>
              <a:t>.</a:t>
            </a:r>
          </a:p>
          <a:p>
            <a:r>
              <a:rPr lang="he-IL" dirty="0"/>
              <a:t>היא ממוקמת בדרך כלל בתיקייה בשם </a:t>
            </a:r>
            <a:r>
              <a:rPr lang="en-US" dirty="0" err="1"/>
              <a:t>venv</a:t>
            </a:r>
            <a:r>
              <a:rPr lang="he-IL" dirty="0"/>
              <a:t> או </a:t>
            </a:r>
            <a:r>
              <a:rPr lang="en-US" dirty="0"/>
              <a:t>env</a:t>
            </a:r>
            <a:r>
              <a:rPr lang="he-IL" dirty="0"/>
              <a:t> בתוך תיקיית הפרויקט.</a:t>
            </a:r>
          </a:p>
        </p:txBody>
      </p:sp>
    </p:spTree>
    <p:extLst>
      <p:ext uri="{BB962C8B-B14F-4D97-AF65-F5344CB8AC3E}">
        <p14:creationId xmlns:p14="http://schemas.microsoft.com/office/powerpoint/2010/main" val="1550120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7E6077-2581-FA3D-239D-6304EB3F6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הבעיה: ניגוד גרסאות (</a:t>
            </a:r>
            <a:r>
              <a:rPr lang="en-US" dirty="0"/>
              <a:t>Dependency Conflicts</a:t>
            </a:r>
            <a:r>
              <a:rPr lang="he-IL" dirty="0"/>
              <a:t>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080DFED-883F-6CE1-7311-B8905928A4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תרחיש 1: לפרויקט א נדרשת ספריית </a:t>
            </a:r>
            <a:r>
              <a:rPr lang="en-US" dirty="0"/>
              <a:t>Django</a:t>
            </a:r>
            <a:r>
              <a:rPr lang="he-IL" dirty="0"/>
              <a:t> בגרסה 3.0.</a:t>
            </a:r>
          </a:p>
          <a:p>
            <a:r>
              <a:rPr lang="he-IL" dirty="0"/>
              <a:t>תרחיש 2: לפרויקט ב נדרשת אותה ספריית </a:t>
            </a:r>
            <a:r>
              <a:rPr lang="en-US" dirty="0"/>
              <a:t>Django</a:t>
            </a:r>
            <a:r>
              <a:rPr lang="he-IL" dirty="0"/>
              <a:t> בגרסה 4.2 (בגלל פיצ'ר חדש).</a:t>
            </a:r>
          </a:p>
          <a:p>
            <a:r>
              <a:rPr lang="he-IL" dirty="0"/>
              <a:t>הבעיה: אם מתקינים את כל החבילות גלובלית (במערכת ההפעלה), התקנת גרסה 4.2 עבור פרויקט ב' תשבור את פרויקט א'.</a:t>
            </a:r>
          </a:p>
          <a:p>
            <a:r>
              <a:rPr lang="he-IL" dirty="0"/>
              <a:t>הפתרון: הסביבה הווירטואלית מבטיחה ששני הפרויקטים לא מפריעים זה לזה.</a:t>
            </a:r>
          </a:p>
        </p:txBody>
      </p:sp>
    </p:spTree>
    <p:extLst>
      <p:ext uri="{BB962C8B-B14F-4D97-AF65-F5344CB8AC3E}">
        <p14:creationId xmlns:p14="http://schemas.microsoft.com/office/powerpoint/2010/main" val="195963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393F9E-F76A-3D79-8864-D375F5653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היתרונות: שליטה, ניידות, וסדר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F580CF0-F807-FF7D-E112-05B7E5079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בידוד מלא: חבילות שהותקנו בפרויקט אחד לא משפיעות על אחרים.</a:t>
            </a:r>
          </a:p>
          <a:p>
            <a:r>
              <a:rPr lang="he-IL" dirty="0"/>
              <a:t>ניידות קלה: מאפשרת ליצור קובץ </a:t>
            </a:r>
            <a:r>
              <a:rPr lang="en-US" dirty="0"/>
              <a:t>requirements.txt</a:t>
            </a:r>
            <a:r>
              <a:rPr lang="he-IL" dirty="0"/>
              <a:t> המכיל רשימה מדויקת של כל התלויות והגרסאות.</a:t>
            </a:r>
          </a:p>
          <a:p>
            <a:r>
              <a:rPr lang="he-IL" dirty="0"/>
              <a:t>שחזור מהיר: כל מפתח אחר יכול לשחזר את סביבת העבודה המדויקת באמצעות פקודה אחת.</a:t>
            </a:r>
          </a:p>
          <a:p>
            <a:r>
              <a:rPr lang="he-IL" dirty="0"/>
              <a:t>ניקיון: אפשר למחוק את הפרויקט על כל ספריותיו פשוט על ידי מחיקת תיקיית ה-</a:t>
            </a:r>
            <a:r>
              <a:rPr lang="en-US" dirty="0" err="1"/>
              <a:t>venv</a:t>
            </a:r>
            <a:r>
              <a:rPr lang="he-I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363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19B8863-2B03-CE74-8AB4-B638E1AB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הנחיות: יצירה והקמה באמצעות </a:t>
            </a:r>
            <a:r>
              <a:rPr lang="en-US" dirty="0" err="1"/>
              <a:t>venv</a:t>
            </a:r>
            <a:r>
              <a:rPr lang="he-IL" dirty="0"/>
              <a:t> (המודול המובנה)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D6F3E46-044C-E02A-937A-0EED46912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דרישה מוקדמת: יש לוודא ש-</a:t>
            </a:r>
            <a:r>
              <a:rPr lang="en-US" dirty="0"/>
              <a:t>Python</a:t>
            </a:r>
            <a:r>
              <a:rPr lang="he-IL" dirty="0"/>
              <a:t> מותקן (גרסה 3.3 ומעלה).</a:t>
            </a:r>
          </a:p>
          <a:p>
            <a:pPr algn="l" rtl="0"/>
            <a:r>
              <a:rPr lang="en-US" dirty="0" err="1"/>
              <a:t>py</a:t>
            </a:r>
            <a:r>
              <a:rPr lang="en-US" dirty="0"/>
              <a:t> --version</a:t>
            </a:r>
            <a:endParaRPr lang="he-IL" dirty="0"/>
          </a:p>
          <a:p>
            <a:r>
              <a:rPr lang="he-IL" dirty="0"/>
              <a:t>שלב 1: יצירת התיקייה: נווט לתיקיית הפרויקט שלך בטרמינל/שורת הפקודה.</a:t>
            </a:r>
          </a:p>
          <a:p>
            <a:r>
              <a:rPr lang="he-IL" dirty="0"/>
              <a:t>שלב 2: יצירת הסביבה: הרץ את הפקודה הבאה. השם הנפוץ ביותר הוא </a:t>
            </a:r>
            <a:r>
              <a:rPr lang="en-US" dirty="0" err="1"/>
              <a:t>venv</a:t>
            </a:r>
            <a:r>
              <a:rPr lang="he-IL" dirty="0"/>
              <a:t>.</a:t>
            </a:r>
            <a:endParaRPr lang="en-US" dirty="0"/>
          </a:p>
          <a:p>
            <a:pPr algn="l" rtl="0"/>
            <a:r>
              <a:rPr lang="en-US" dirty="0"/>
              <a:t>python -m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venv</a:t>
            </a:r>
            <a:endParaRPr lang="en-US" dirty="0"/>
          </a:p>
          <a:p>
            <a:r>
              <a:rPr lang="he-IL" dirty="0"/>
              <a:t>מה קורה? נוצרת תיקיית </a:t>
            </a:r>
            <a:r>
              <a:rPr lang="en-US" dirty="0" err="1"/>
              <a:t>venv</a:t>
            </a:r>
            <a:r>
              <a:rPr lang="he-IL" dirty="0"/>
              <a:t> המכילה את קבצי </a:t>
            </a:r>
            <a:r>
              <a:rPr lang="en-US" dirty="0"/>
              <a:t>Python</a:t>
            </a:r>
            <a:r>
              <a:rPr lang="he-IL" dirty="0"/>
              <a:t> והסקריפטים להפעלה.</a:t>
            </a:r>
          </a:p>
        </p:txBody>
      </p:sp>
    </p:spTree>
    <p:extLst>
      <p:ext uri="{BB962C8B-B14F-4D97-AF65-F5344CB8AC3E}">
        <p14:creationId xmlns:p14="http://schemas.microsoft.com/office/powerpoint/2010/main" val="14428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923FF7-1B77-F87C-76B1-F25277451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הפעלה (</a:t>
            </a:r>
            <a:r>
              <a:rPr lang="en-US" dirty="0"/>
              <a:t>Activation</a:t>
            </a:r>
            <a:r>
              <a:rPr lang="he-IL" dirty="0"/>
              <a:t>) - כניסה לסביבה המבודדת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F636666-37E7-2992-5546-4941DDC3B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b="1" dirty="0"/>
              <a:t>חשיבות:</a:t>
            </a:r>
            <a:r>
              <a:rPr lang="he-IL" dirty="0"/>
              <a:t> חייבים להפעיל את הסביבה כדי להתחיל להשתמש בה!</a:t>
            </a:r>
          </a:p>
          <a:p>
            <a:pPr algn="l" rtl="0"/>
            <a:r>
              <a:rPr lang="en-US" dirty="0"/>
              <a:t>.\</a:t>
            </a:r>
            <a:r>
              <a:rPr lang="en-US" dirty="0" err="1"/>
              <a:t>venv</a:t>
            </a:r>
            <a:r>
              <a:rPr lang="en-US" dirty="0"/>
              <a:t>\Scripts\activate</a:t>
            </a:r>
          </a:p>
          <a:p>
            <a:pPr algn="r"/>
            <a:r>
              <a:rPr lang="he-IL" dirty="0"/>
              <a:t>סימן הצלחה: לאחר ההפעלה, תראו את שם הסביבה ((</a:t>
            </a:r>
            <a:r>
              <a:rPr lang="en-US" dirty="0" err="1"/>
              <a:t>venv</a:t>
            </a:r>
            <a:r>
              <a:rPr lang="he-IL" dirty="0"/>
              <a:t>)) מופיע בתחילת שורת הפקודה:</a:t>
            </a:r>
          </a:p>
          <a:p>
            <a:pPr algn="l" rtl="0"/>
            <a:r>
              <a:rPr lang="he-IL" dirty="0"/>
              <a:t>**</a:t>
            </a:r>
            <a:r>
              <a:rPr lang="en-US" dirty="0"/>
              <a:t>(</a:t>
            </a:r>
            <a:r>
              <a:rPr lang="en-US" dirty="0" err="1"/>
              <a:t>venv</a:t>
            </a:r>
            <a:r>
              <a:rPr lang="en-US" dirty="0"/>
              <a:t>)** C:\MyProject&gt;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2311662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51072E-BD67-2F0F-3C4F-FC588AC9B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התקנת תלויות ושמירה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7ACD41F-0B0F-9E4B-4BED-B743230C2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התקנה: התקן ספריות באמצעות </a:t>
            </a:r>
            <a:r>
              <a:rPr lang="en-US" dirty="0"/>
              <a:t>pip</a:t>
            </a:r>
            <a:r>
              <a:rPr lang="he-IL" dirty="0"/>
              <a:t>, אך הן יותקנו רק בסביבה זו.</a:t>
            </a:r>
          </a:p>
          <a:p>
            <a:pPr algn="l" rtl="0"/>
            <a:r>
              <a:rPr lang="en-US" dirty="0"/>
              <a:t>(</a:t>
            </a:r>
            <a:r>
              <a:rPr lang="en-US" dirty="0" err="1"/>
              <a:t>venv</a:t>
            </a:r>
            <a:r>
              <a:rPr lang="en-US" dirty="0"/>
              <a:t>) pip install requests pandas</a:t>
            </a:r>
          </a:p>
          <a:p>
            <a:pPr algn="r"/>
            <a:r>
              <a:rPr lang="he-IL" dirty="0"/>
              <a:t>שמירת התלויות: יצירת קובץ </a:t>
            </a:r>
            <a:r>
              <a:rPr lang="en-US" dirty="0"/>
              <a:t>requirements.txt</a:t>
            </a:r>
            <a:r>
              <a:rPr lang="he-IL" dirty="0"/>
              <a:t> לשיתוף עם אחרים:</a:t>
            </a:r>
            <a:endParaRPr lang="en-US" dirty="0"/>
          </a:p>
          <a:p>
            <a:pPr algn="l" rtl="0"/>
            <a:r>
              <a:rPr lang="en-US" dirty="0"/>
              <a:t>(</a:t>
            </a:r>
            <a:r>
              <a:rPr lang="en-US" dirty="0" err="1"/>
              <a:t>venv</a:t>
            </a:r>
            <a:r>
              <a:rPr lang="en-US" dirty="0"/>
              <a:t>) pip freeze &gt; requirements.txt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40182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C07AB7B-76A7-3E72-2BF3-B327CA95B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יציאה ושיטות עבודה מומלצות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E0C7DB4-3399-CC7D-0146-AB73C3541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כדי לצאת מהסביבה הווירטואלית ולחזור להגדרות </a:t>
            </a:r>
            <a:r>
              <a:rPr lang="en-US" dirty="0"/>
              <a:t>Python</a:t>
            </a:r>
            <a:r>
              <a:rPr lang="he-IL" dirty="0"/>
              <a:t> הגלובליות:</a:t>
            </a:r>
          </a:p>
          <a:p>
            <a:pPr algn="l" rtl="0"/>
            <a:r>
              <a:rPr lang="en-US" dirty="0"/>
              <a:t>(</a:t>
            </a:r>
            <a:r>
              <a:rPr lang="en-US" dirty="0" err="1"/>
              <a:t>venv</a:t>
            </a:r>
            <a:r>
              <a:rPr lang="en-US" dirty="0"/>
              <a:t>) deactivate</a:t>
            </a:r>
          </a:p>
          <a:p>
            <a:pPr algn="r"/>
            <a:r>
              <a:rPr lang="he-IL" dirty="0"/>
              <a:t>שיטות עבודה מומלצות:</a:t>
            </a:r>
          </a:p>
          <a:p>
            <a:pPr lvl="1"/>
            <a:r>
              <a:rPr lang="he-IL" dirty="0"/>
              <a:t>תמיד צור סביבה וירטואלית לכל פרויקט חדש.</a:t>
            </a:r>
          </a:p>
          <a:p>
            <a:pPr lvl="1"/>
            <a:r>
              <a:rPr lang="he-IL" dirty="0"/>
              <a:t>הוסף את תיקיית </a:t>
            </a:r>
            <a:r>
              <a:rPr lang="en-US" dirty="0" err="1"/>
              <a:t>venv</a:t>
            </a:r>
            <a:r>
              <a:rPr lang="en-US" dirty="0"/>
              <a:t>/</a:t>
            </a:r>
            <a:r>
              <a:rPr lang="he-IL" dirty="0"/>
              <a:t> לקובץ .</a:t>
            </a:r>
            <a:r>
              <a:rPr lang="en-US" dirty="0" err="1"/>
              <a:t>gitignore</a:t>
            </a:r>
            <a:r>
              <a:rPr lang="he-IL" dirty="0"/>
              <a:t> כדי לא להעלות אותה ל-</a:t>
            </a:r>
            <a:r>
              <a:rPr lang="en-US" dirty="0"/>
              <a:t>Git</a:t>
            </a:r>
            <a:r>
              <a:rPr lang="he-IL" dirty="0"/>
              <a:t> (מאחר שניתן לשחזר אותה בקלות מ-</a:t>
            </a:r>
            <a:r>
              <a:rPr lang="en-US" dirty="0"/>
              <a:t>requirements.txt</a:t>
            </a:r>
            <a:r>
              <a:rPr lang="he-IL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5224503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TM04033921[[fn=אריג דמשק]]</Template>
  <TotalTime>8696</TotalTime>
  <Words>442</Words>
  <Application>Microsoft Office PowerPoint</Application>
  <PresentationFormat>מסך רחב</PresentationFormat>
  <Paragraphs>39</Paragraphs>
  <Slides>8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ניהול פרויקטים חכם: היכרות עם סביבות וירטואליות (Virtual Environments) ב-Python</vt:lpstr>
      <vt:lpstr>מהי סביבה וירטואלית?</vt:lpstr>
      <vt:lpstr>הבעיה: ניגוד גרסאות (Dependency Conflicts)</vt:lpstr>
      <vt:lpstr>היתרונות: שליטה, ניידות, וסדר</vt:lpstr>
      <vt:lpstr>הנחיות: יצירה והקמה באמצעות venv (המודול המובנה)</vt:lpstr>
      <vt:lpstr>הפעלה (Activation) - כניסה לסביבה המבודדת</vt:lpstr>
      <vt:lpstr>התקנת תלויות ושמירה</vt:lpstr>
      <vt:lpstr>יציאה ושיטות עבודה מומלצות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תכנות מונחה עצמים תרגול 1</dc:title>
  <dc:creator>Itai Lashover</dc:creator>
  <cp:lastModifiedBy>חרות סטרמן/Herut Sterman</cp:lastModifiedBy>
  <cp:revision>57</cp:revision>
  <cp:lastPrinted>2021-10-10T10:21:51Z</cp:lastPrinted>
  <dcterms:created xsi:type="dcterms:W3CDTF">2021-10-09T19:59:47Z</dcterms:created>
  <dcterms:modified xsi:type="dcterms:W3CDTF">2025-12-08T13:26:57Z</dcterms:modified>
</cp:coreProperties>
</file>